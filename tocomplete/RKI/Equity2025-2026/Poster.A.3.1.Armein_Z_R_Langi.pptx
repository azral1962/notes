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8"/>
  </p:notesMasterIdLst>
  <p:sldIdLst>
    <p:sldId id="256" r:id="rId7"/>
  </p:sldIdLst>
  <p:sldSz cx="7559675" cy="10691813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2184" y="192"/>
      </p:cViewPr>
      <p:guideLst>
        <p:guide pos="2381"/>
        <p:guide pos="3367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5547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760501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B9A7F1E-71A1-D04C-9B1D-F42BB4EC4844}" type="datetimeFigureOut">
              <a:rPr lang="en-US"/>
              <a:t>4/23/2026</a:t>
            </a:fld>
            <a:endParaRPr lang="en-US"/>
          </a:p>
        </p:txBody>
      </p:sp>
      <p:sp>
        <p:nvSpPr>
          <p:cNvPr id="81922179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496804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819843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57202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A27EAAC-04AB-4E43-9CFB-6F3DFC9982D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218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915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6856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7A27EAAC-04AB-4E43-9CFB-6F3DFC9982D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162894" name="Title 1"/>
          <p:cNvSpPr>
            <a:spLocks noGrp="1"/>
          </p:cNvSpPr>
          <p:nvPr>
            <p:ph type="ctrTitle"/>
          </p:nvPr>
        </p:nvSpPr>
        <p:spPr bwMode="auto">
          <a:xfrm>
            <a:off x="566976" y="1749794"/>
            <a:ext cx="6425724" cy="3722335"/>
          </a:xfrm>
        </p:spPr>
        <p:txBody>
          <a:bodyPr anchor="b"/>
          <a:lstStyle>
            <a:lvl1pPr algn="ctr">
              <a:defRPr sz="49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7243688" name="Subtitle 2"/>
          <p:cNvSpPr>
            <a:spLocks noGrp="1"/>
          </p:cNvSpPr>
          <p:nvPr>
            <p:ph type="subTitle" idx="1"/>
          </p:nvPr>
        </p:nvSpPr>
        <p:spPr bwMode="auto"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2000"/>
            </a:lvl1pPr>
            <a:lvl2pPr marL="377967" indent="0" algn="ctr">
              <a:buNone/>
              <a:defRPr sz="1650"/>
            </a:lvl2pPr>
            <a:lvl3pPr marL="755934" indent="0" algn="ctr">
              <a:buNone/>
              <a:defRPr sz="1500"/>
            </a:lvl3pPr>
            <a:lvl4pPr marL="1133902" indent="0" algn="ctr">
              <a:buNone/>
              <a:defRPr sz="1300"/>
            </a:lvl4pPr>
            <a:lvl5pPr marL="1511869" indent="0" algn="ctr">
              <a:buNone/>
              <a:defRPr sz="1300"/>
            </a:lvl5pPr>
            <a:lvl6pPr marL="1889836" indent="0" algn="ctr">
              <a:buNone/>
              <a:defRPr sz="1300"/>
            </a:lvl6pPr>
            <a:lvl7pPr marL="2267803" indent="0" algn="ctr">
              <a:buNone/>
              <a:defRPr sz="1300"/>
            </a:lvl7pPr>
            <a:lvl8pPr marL="2645771" indent="0" algn="ctr">
              <a:buNone/>
              <a:defRPr sz="1300"/>
            </a:lvl8pPr>
            <a:lvl9pPr marL="3023738" indent="0" algn="ctr">
              <a:buNone/>
              <a:defRPr sz="13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5010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8211779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733207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9195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73459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095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2882372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4989367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023956" name="Title 1"/>
          <p:cNvSpPr>
            <a:spLocks noGrp="1"/>
          </p:cNvSpPr>
          <p:nvPr>
            <p:ph type="title"/>
          </p:nvPr>
        </p:nvSpPr>
        <p:spPr bwMode="auto">
          <a:xfrm>
            <a:off x="515791" y="2665532"/>
            <a:ext cx="6520220" cy="4447496"/>
          </a:xfrm>
        </p:spPr>
        <p:txBody>
          <a:bodyPr anchor="b"/>
          <a:lstStyle>
            <a:lvl1pPr>
              <a:defRPr sz="49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91907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38453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1585202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12787430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495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88086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9728" y="2846200"/>
            <a:ext cx="3212862" cy="67838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71881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3827085" y="2846200"/>
            <a:ext cx="3212862" cy="67838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10052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3363541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10946657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95756" name="Title 1"/>
          <p:cNvSpPr>
            <a:spLocks noGrp="1"/>
          </p:cNvSpPr>
          <p:nvPr>
            <p:ph type="title"/>
          </p:nvPr>
        </p:nvSpPr>
        <p:spPr bwMode="auto">
          <a:xfrm>
            <a:off x="520712" y="569242"/>
            <a:ext cx="6520220" cy="206659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9389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77967" indent="0">
              <a:buNone/>
              <a:defRPr sz="1650" b="1"/>
            </a:lvl2pPr>
            <a:lvl3pPr marL="755934" indent="0">
              <a:buNone/>
              <a:defRPr sz="1500" b="1"/>
            </a:lvl3pPr>
            <a:lvl4pPr marL="1133902" indent="0">
              <a:buNone/>
              <a:defRPr sz="1300" b="1"/>
            </a:lvl4pPr>
            <a:lvl5pPr marL="1511869" indent="0">
              <a:buNone/>
              <a:defRPr sz="1300" b="1"/>
            </a:lvl5pPr>
            <a:lvl6pPr marL="1889836" indent="0">
              <a:buNone/>
              <a:defRPr sz="1300" b="1"/>
            </a:lvl6pPr>
            <a:lvl7pPr marL="2267803" indent="0">
              <a:buNone/>
              <a:defRPr sz="1300" b="1"/>
            </a:lvl7pPr>
            <a:lvl8pPr marL="2645771" indent="0">
              <a:buNone/>
              <a:defRPr sz="1300" b="1"/>
            </a:lvl8pPr>
            <a:lvl9pPr marL="3023738" indent="0">
              <a:buNone/>
              <a:defRPr sz="13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26104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20713" y="3905482"/>
            <a:ext cx="3198096" cy="574437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104255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77967" indent="0">
              <a:buNone/>
              <a:defRPr sz="1650" b="1"/>
            </a:lvl2pPr>
            <a:lvl3pPr marL="755934" indent="0">
              <a:buNone/>
              <a:defRPr sz="1500" b="1"/>
            </a:lvl3pPr>
            <a:lvl4pPr marL="1133902" indent="0">
              <a:buNone/>
              <a:defRPr sz="1300" b="1"/>
            </a:lvl4pPr>
            <a:lvl5pPr marL="1511869" indent="0">
              <a:buNone/>
              <a:defRPr sz="1300" b="1"/>
            </a:lvl5pPr>
            <a:lvl6pPr marL="1889836" indent="0">
              <a:buNone/>
              <a:defRPr sz="1300" b="1"/>
            </a:lvl6pPr>
            <a:lvl7pPr marL="2267803" indent="0">
              <a:buNone/>
              <a:defRPr sz="1300" b="1"/>
            </a:lvl7pPr>
            <a:lvl8pPr marL="2645771" indent="0">
              <a:buNone/>
              <a:defRPr sz="1300" b="1"/>
            </a:lvl8pPr>
            <a:lvl9pPr marL="3023738" indent="0">
              <a:buNone/>
              <a:defRPr sz="13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8007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3827086" y="3905482"/>
            <a:ext cx="3213847" cy="574437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41023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26249179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18938940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955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9579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3837601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25017749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7567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24335851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3049609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778382" name="Title 1"/>
          <p:cNvSpPr>
            <a:spLocks noGrp="1"/>
          </p:cNvSpPr>
          <p:nvPr>
            <p:ph type="title"/>
          </p:nvPr>
        </p:nvSpPr>
        <p:spPr bwMode="auto">
          <a:xfrm>
            <a:off x="520712" y="712788"/>
            <a:ext cx="2438192" cy="2494756"/>
          </a:xfrm>
        </p:spPr>
        <p:txBody>
          <a:bodyPr anchor="b"/>
          <a:lstStyle>
            <a:lvl1pPr>
              <a:defRPr sz="26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2215358" name="Content Placeholder 2"/>
          <p:cNvSpPr>
            <a:spLocks noGrp="1"/>
          </p:cNvSpPr>
          <p:nvPr>
            <p:ph idx="1"/>
          </p:nvPr>
        </p:nvSpPr>
        <p:spPr bwMode="auto">
          <a:xfrm>
            <a:off x="3213847" y="1539425"/>
            <a:ext cx="3827085" cy="7598117"/>
          </a:xfrm>
        </p:spPr>
        <p:txBody>
          <a:bodyPr/>
          <a:lstStyle>
            <a:lvl1pPr>
              <a:defRPr sz="2650"/>
            </a:lvl1pPr>
            <a:lvl2pPr>
              <a:defRPr sz="2300"/>
            </a:lvl2pPr>
            <a:lvl3pPr>
              <a:defRPr sz="200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96572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00"/>
            </a:lvl1pPr>
            <a:lvl2pPr marL="377967" indent="0">
              <a:buNone/>
              <a:defRPr sz="1150"/>
            </a:lvl2pPr>
            <a:lvl3pPr marL="755934" indent="0">
              <a:buNone/>
              <a:defRPr sz="1000"/>
            </a:lvl3pPr>
            <a:lvl4pPr marL="1133902" indent="0">
              <a:buNone/>
              <a:defRPr sz="850"/>
            </a:lvl4pPr>
            <a:lvl5pPr marL="1511869" indent="0">
              <a:buNone/>
              <a:defRPr sz="850"/>
            </a:lvl5pPr>
            <a:lvl6pPr marL="1889836" indent="0">
              <a:buNone/>
              <a:defRPr sz="850"/>
            </a:lvl6pPr>
            <a:lvl7pPr marL="2267803" indent="0">
              <a:buNone/>
              <a:defRPr sz="850"/>
            </a:lvl7pPr>
            <a:lvl8pPr marL="2645771" indent="0">
              <a:buNone/>
              <a:defRPr sz="850"/>
            </a:lvl8pPr>
            <a:lvl9pPr marL="3023738" indent="0">
              <a:buNone/>
              <a:defRPr sz="8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03094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6271188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12090369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361419" name="Title 1"/>
          <p:cNvSpPr>
            <a:spLocks noGrp="1"/>
          </p:cNvSpPr>
          <p:nvPr>
            <p:ph type="title"/>
          </p:nvPr>
        </p:nvSpPr>
        <p:spPr bwMode="auto">
          <a:xfrm>
            <a:off x="520712" y="712788"/>
            <a:ext cx="2438192" cy="2494756"/>
          </a:xfrm>
        </p:spPr>
        <p:txBody>
          <a:bodyPr anchor="b"/>
          <a:lstStyle>
            <a:lvl1pPr>
              <a:defRPr sz="26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225784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50"/>
            </a:lvl1pPr>
            <a:lvl2pPr marL="377967" indent="0">
              <a:buNone/>
              <a:defRPr sz="2300"/>
            </a:lvl2pPr>
            <a:lvl3pPr marL="755934" indent="0">
              <a:buNone/>
              <a:defRPr sz="2000"/>
            </a:lvl3pPr>
            <a:lvl4pPr marL="1133902" indent="0">
              <a:buNone/>
              <a:defRPr sz="1650"/>
            </a:lvl4pPr>
            <a:lvl5pPr marL="1511869" indent="0">
              <a:buNone/>
              <a:defRPr sz="1650"/>
            </a:lvl5pPr>
            <a:lvl6pPr marL="1889836" indent="0">
              <a:buNone/>
              <a:defRPr sz="1650"/>
            </a:lvl6pPr>
            <a:lvl7pPr marL="2267803" indent="0">
              <a:buNone/>
              <a:defRPr sz="1650"/>
            </a:lvl7pPr>
            <a:lvl8pPr marL="2645771" indent="0">
              <a:buNone/>
              <a:defRPr sz="1650"/>
            </a:lvl8pPr>
            <a:lvl9pPr marL="3023738" indent="0">
              <a:buNone/>
              <a:defRPr sz="165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017553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00"/>
            </a:lvl1pPr>
            <a:lvl2pPr marL="377967" indent="0">
              <a:buNone/>
              <a:defRPr sz="1150"/>
            </a:lvl2pPr>
            <a:lvl3pPr marL="755934" indent="0">
              <a:buNone/>
              <a:defRPr sz="1000"/>
            </a:lvl3pPr>
            <a:lvl4pPr marL="1133902" indent="0">
              <a:buNone/>
              <a:defRPr sz="850"/>
            </a:lvl4pPr>
            <a:lvl5pPr marL="1511869" indent="0">
              <a:buNone/>
              <a:defRPr sz="850"/>
            </a:lvl5pPr>
            <a:lvl6pPr marL="1889836" indent="0">
              <a:buNone/>
              <a:defRPr sz="850"/>
            </a:lvl6pPr>
            <a:lvl7pPr marL="2267803" indent="0">
              <a:buNone/>
              <a:defRPr sz="850"/>
            </a:lvl7pPr>
            <a:lvl8pPr marL="2645771" indent="0">
              <a:buNone/>
              <a:defRPr sz="850"/>
            </a:lvl8pPr>
            <a:lvl9pPr marL="3023738" indent="0">
              <a:buNone/>
              <a:defRPr sz="8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08329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3802100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4142149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0189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21124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1656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7297869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655489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9657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5409893" y="569240"/>
            <a:ext cx="1630055" cy="906081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16081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9728" y="569240"/>
            <a:ext cx="4795669" cy="906081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3075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7729980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D"/>
          </a:p>
        </p:txBody>
      </p:sp>
      <p:sp>
        <p:nvSpPr>
          <p:cNvPr id="5335547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581694" name="Title Placeholder 1"/>
          <p:cNvSpPr>
            <a:spLocks noGrp="1"/>
          </p:cNvSpPr>
          <p:nvPr>
            <p:ph type="title"/>
          </p:nvPr>
        </p:nvSpPr>
        <p:spPr bwMode="auto"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04147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00737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B53303FE-065F-42F1-A35C-4E7349556214}" type="datetimeFigureOut">
              <a:rPr lang="en-ID"/>
              <a:t>23/04/2026</a:t>
            </a:fld>
            <a:endParaRPr lang="en-ID"/>
          </a:p>
        </p:txBody>
      </p:sp>
      <p:sp>
        <p:nvSpPr>
          <p:cNvPr id="181947609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504143" y="9909729"/>
            <a:ext cx="2551389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5182592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CE5C2A5-7B5A-4453-A712-57BBBD96F41B}" type="slidenum">
              <a:rPr lang="en-ID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5934" rtl="0">
        <a:lnSpc>
          <a:spcPct val="90000"/>
        </a:lnSpc>
        <a:spcBef>
          <a:spcPts val="0"/>
        </a:spcBef>
        <a:buNone/>
        <a:defRPr sz="36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>
        <a:lnSpc>
          <a:spcPct val="90000"/>
        </a:lnSpc>
        <a:spcBef>
          <a:spcPts val="827"/>
        </a:spcBef>
        <a:buFont typeface="Arial"/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65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>
        <a:lnSpc>
          <a:spcPct val="90000"/>
        </a:lnSpc>
        <a:spcBef>
          <a:spcPts val="413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>
        <a:defRPr sz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745271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9516" y="0"/>
            <a:ext cx="7589191" cy="10726906"/>
          </a:xfrm>
          <a:prstGeom prst="rect">
            <a:avLst/>
          </a:prstGeom>
        </p:spPr>
      </p:pic>
      <p:sp>
        <p:nvSpPr>
          <p:cNvPr id="2115314334" name="Rectangle 9"/>
          <p:cNvSpPr/>
          <p:nvPr/>
        </p:nvSpPr>
        <p:spPr bwMode="auto">
          <a:xfrm>
            <a:off x="4927906" y="850414"/>
            <a:ext cx="2524531" cy="701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7720">
              <a:defRPr/>
            </a:pPr>
            <a:r>
              <a:rPr lang="en-US" sz="2000" b="1">
                <a:solidFill>
                  <a:schemeClr val="bg1"/>
                </a:solidFill>
                <a:latin typeface="Calibri"/>
              </a:rPr>
              <a:t>Riset Kolaborasi Utama</a:t>
            </a:r>
            <a:endParaRPr lang="en-US" sz="200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7947136" name="Rectangle 10"/>
          <p:cNvSpPr/>
          <p:nvPr/>
        </p:nvSpPr>
        <p:spPr bwMode="auto">
          <a:xfrm flipH="0" flipV="0">
            <a:off x="34068" y="621634"/>
            <a:ext cx="4554495" cy="579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7720">
              <a:defRPr/>
            </a:pPr>
            <a:r>
              <a:rPr 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Pembelajaran VALORIZE</a:t>
            </a:r>
            <a:endParaRPr lang="id-ID" sz="3200" b="1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312440921" name="TextBox 12"/>
          <p:cNvSpPr txBox="1"/>
          <p:nvPr/>
        </p:nvSpPr>
        <p:spPr bwMode="auto">
          <a:xfrm>
            <a:off x="-600755" y="1196648"/>
            <a:ext cx="4784939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Armein Z. R. Langi</a:t>
            </a:r>
            <a:endParaRPr lang="en-ID" sz="1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83322184" name="TextBox 13"/>
          <p:cNvSpPr txBox="1"/>
          <p:nvPr/>
        </p:nvSpPr>
        <p:spPr bwMode="auto">
          <a:xfrm>
            <a:off x="201291" y="1471329"/>
            <a:ext cx="3240707" cy="42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100" baseline="3000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1</a:t>
            </a:r>
            <a:r>
              <a:rPr 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Sekolah Teknik Elektro dan Informatika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  <a:p>
            <a:pPr algn="ctr">
              <a:defRPr/>
            </a:pPr>
            <a:endParaRPr lang="en-US" sz="110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251792730" name="TextBox 16"/>
          <p:cNvSpPr txBox="1"/>
          <p:nvPr/>
        </p:nvSpPr>
        <p:spPr bwMode="auto">
          <a:xfrm>
            <a:off x="5315872" y="1451874"/>
            <a:ext cx="1753204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FF00"/>
                </a:solidFill>
                <a:latin typeface="ADLaM Display"/>
                <a:ea typeface="ADLaM Display"/>
                <a:cs typeface="ADLaM Display"/>
              </a:rPr>
              <a:t> </a:t>
            </a:r>
            <a:endParaRPr/>
          </a:p>
        </p:txBody>
      </p:sp>
      <p:pic>
        <p:nvPicPr>
          <p:cNvPr id="10847275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847262" y="1684868"/>
            <a:ext cx="809554" cy="809554"/>
          </a:xfrm>
          <a:prstGeom prst="rect">
            <a:avLst/>
          </a:prstGeom>
        </p:spPr>
      </p:pic>
      <p:pic>
        <p:nvPicPr>
          <p:cNvPr id="100905715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987110" y="1684868"/>
            <a:ext cx="860151" cy="809554"/>
          </a:xfrm>
          <a:prstGeom prst="rect">
            <a:avLst/>
          </a:prstGeom>
        </p:spPr>
      </p:pic>
      <p:pic>
        <p:nvPicPr>
          <p:cNvPr id="51443923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664395" y="1684868"/>
            <a:ext cx="895279" cy="842616"/>
          </a:xfrm>
          <a:prstGeom prst="rect">
            <a:avLst/>
          </a:prstGeom>
        </p:spPr>
      </p:pic>
      <p:pic>
        <p:nvPicPr>
          <p:cNvPr id="1744969105" name=""/>
          <p:cNvPicPr>
            <a:picLocks noChangeAspect="1"/>
          </p:cNvPicPr>
          <p:nvPr/>
        </p:nvPicPr>
        <p:blipFill rotWithShape="1">
          <a:blip r:embed="rId7"/>
          <a:srcRect l="0" t="0" r="0" b="1675"/>
          <a:stretch/>
        </p:blipFill>
        <p:spPr bwMode="auto">
          <a:xfrm flipH="0" flipV="0">
            <a:off x="34068" y="2089646"/>
            <a:ext cx="4619655" cy="8138169"/>
          </a:xfrm>
          <a:prstGeom prst="rect">
            <a:avLst/>
          </a:prstGeom>
        </p:spPr>
      </p:pic>
      <p:sp>
        <p:nvSpPr>
          <p:cNvPr id="705146385" name="TextBox 4"/>
          <p:cNvSpPr txBox="1"/>
          <p:nvPr/>
        </p:nvSpPr>
        <p:spPr bwMode="auto">
          <a:xfrm flipH="0" flipV="0">
            <a:off x="4837426" y="3314937"/>
            <a:ext cx="2659792" cy="6294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Penerapan kerangka kerja VALORIZE (yang mengintegrasikan Mesin Kognitif PUDAL dan Mesin Penciptaan Nilai PSKVE) telah melampaui target awal dalam memvalidasi ekosistem pembelajaran masa depan.</a:t>
            </a:r>
            <a:endParaRPr lang="en-ID" sz="1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ID" sz="1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Hasil empiris membuktikan bahwa:</a:t>
            </a:r>
            <a:endParaRPr lang="en-ID" sz="1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ID" sz="1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Pemerataan Pemahaman: Pendekatan VALORIZE secara radikal mengurangi ketimpangan kognitif antar mahasiswa. Variansi/dispersi nilai turun drastis dari 335,78 pada kelas tradisional menjadi 52,01 pada kelas VALORIZE.</a:t>
            </a:r>
            <a:endParaRPr lang="en-ID" sz="1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ID" sz="1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Penciptaan Nilai Bersama (</a:t>
            </a:r>
            <a:r>
              <a:rPr lang="en-ID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Value Co-Creation</a:t>
            </a: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): Mahasiswa berhasil memproduksi 427 artefak pengetahuan otentik yang divalidasi oleh rekan sejawat (</a:t>
            </a:r>
            <a:r>
              <a:rPr lang="en-ID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peer-reviewed</a:t>
            </a: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 dalam waktu 12 minggu.</a:t>
            </a:r>
            <a:endParaRPr lang="en-ID" sz="1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ID" sz="1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Keberlanjutan Komunitas: Artefak pengetahuan yang dihasilkan mencatat tingkat penggunaan kembali (</a:t>
            </a:r>
            <a:r>
              <a:rPr lang="en-ID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</a:t>
            </a:r>
            <a:r>
              <a:rPr lang="en-ID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euse</a:t>
            </a: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 sebesar 16% oleh generasi mahasiswa berikutnya, yang secara nyata membuktikan terciptanya nilai komunitas (</a:t>
            </a:r>
            <a:r>
              <a:rPr lang="en-ID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Community Value</a:t>
            </a: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).</a:t>
            </a:r>
            <a:endParaRPr lang="en-ID" sz="1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ID" sz="1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just">
              <a:defRPr/>
            </a:pP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Selain itu, mahasiswa juga mengalami peningkatan drastis dalam motivasi intrinsik, penguatan identitas profesional, dan lonjakan kemampuan memecahkan masalah baru (</a:t>
            </a:r>
            <a:r>
              <a:rPr lang="en-ID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Transfer Learning</a:t>
            </a:r>
            <a:r>
              <a:rPr lang="en-ID" sz="1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22FAF6978AC4998EB0EAE3DEB5ACA" ma:contentTypeVersion="18" ma:contentTypeDescription="Create a new document." ma:contentTypeScope="" ma:versionID="1f4865aec8277d11093c061e375f10a4">
  <xsd:schema xmlns:xsd="http://www.w3.org/2001/XMLSchema" xmlns:xs="http://www.w3.org/2001/XMLSchema" xmlns:p="http://schemas.microsoft.com/office/2006/metadata/properties" xmlns:ns2="566a7d73-e9f4-4fce-8688-c5c7b4f2badc" xmlns:ns3="c0ade74b-ede6-4019-8b66-05e0b8978675" targetNamespace="http://schemas.microsoft.com/office/2006/metadata/properties" ma:root="true" ma:fieldsID="56bf29854b43b4220c2260fcd1a126fc" ns2:_="" ns3:_="">
    <xsd:import namespace="566a7d73-e9f4-4fce-8688-c5c7b4f2badc"/>
    <xsd:import namespace="c0ade74b-ede6-4019-8b66-05e0b8978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a7d73-e9f4-4fce-8688-c5c7b4f2b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f57f67-4e9a-4485-b8e2-eec27c405d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ade74b-ede6-4019-8b66-05e0b897867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b250d33-ab12-44b2-aa27-f23c03766a4a}" ma:internalName="TaxCatchAll" ma:showField="CatchAllData" ma:web="c0ade74b-ede6-4019-8b66-05e0b8978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ade74b-ede6-4019-8b66-05e0b8978675" xsi:nil="true"/>
    <lcf76f155ced4ddcb4097134ff3c332f xmlns="566a7d73-e9f4-4fce-8688-c5c7b4f2ba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6D3DBB-AF37-4B2E-AEDC-851E4906FE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6a7d73-e9f4-4fce-8688-c5c7b4f2badc"/>
    <ds:schemaRef ds:uri="c0ade74b-ede6-4019-8b66-05e0b8978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7DD2336B-8EF4-4A57-8B22-7B7A5421E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09C64E-30BE-4CF2-9040-8F05B6840046}">
  <ds:schemaRefs>
    <ds:schemaRef ds:uri="http://schemas.microsoft.com/office/2006/metadata/properties"/>
    <ds:schemaRef ds:uri="http://schemas.microsoft.com/office/infopath/2007/PartnerControls"/>
    <ds:schemaRef ds:uri="c0ade74b-ede6-4019-8b66-05e0b8978675"/>
    <ds:schemaRef ds:uri="566a7d73-e9f4-4fce-8688-c5c7b4f2badc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Hasan Asyari</dc:creator>
  <cp:lastModifiedBy/>
  <cp:revision>24</cp:revision>
  <dcterms:created xsi:type="dcterms:W3CDTF">2024-11-08T02:39:24Z</dcterms:created>
  <dcterms:modified xsi:type="dcterms:W3CDTF">2026-04-24T05:17:58Z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2024-11-08T02:45:32Z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e6a07fe4-614b-470c-8a8f-023adbf9b49d</vt:lpwstr>
  </property>
  <property fmtid="{D5CDD505-2E9C-101B-9397-08002B2CF9AE}" pid="8" name="MSIP_Label_38b525e5-f3da-4501-8f1e-526b6769fc56_ContentBits">
    <vt:lpwstr>0</vt:lpwstr>
  </property>
  <property fmtid="{D5CDD505-2E9C-101B-9397-08002B2CF9AE}" pid="9" name="ContentTypeId">
    <vt:lpwstr>0x010100F5222FAF6978AC4998EB0EAE3DEB5ACA</vt:lpwstr>
  </property>
</Properties>
</file>