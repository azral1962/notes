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6"/>
  </p:notesMasterIdLst>
  <p:sldIdLst>
    <p:sldId id="259" r:id="rId5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4708"/>
  </p:normalViewPr>
  <p:slideViewPr>
    <p:cSldViewPr snapToGrid="0">
      <p:cViewPr varScale="1">
        <p:scale>
          <a:sx n="66" d="100"/>
          <a:sy n="66" d="100"/>
        </p:scale>
        <p:origin x="21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A7F1E-71A1-D04C-9B1D-F42BB4EC484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7EAAC-04AB-4E43-9CFB-6F3DFC998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74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1AC01-83DA-02B7-0A7B-021EDD226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EDCAF-D756-9EFB-A1B3-6BC858BDF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773B3-CCAB-8E6A-175E-3D24CE23B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AA200-1C9E-AEF0-AFDE-84BE968FD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7EAAC-04AB-4E43-9CFB-6F3DFC9982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06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303FE-065F-42F1-A35C-4E7349556214}" type="datetimeFigureOut">
              <a:rPr lang="en-ID" smtClean="0"/>
              <a:t>23/04/2026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C2A5-7B5A-4453-A712-57BBBD96F4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6508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303FE-065F-42F1-A35C-4E7349556214}" type="datetimeFigureOut">
              <a:rPr lang="en-ID" smtClean="0"/>
              <a:t>23/04/2026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C2A5-7B5A-4453-A712-57BBBD96F4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469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303FE-065F-42F1-A35C-4E7349556214}" type="datetimeFigureOut">
              <a:rPr lang="en-ID" smtClean="0"/>
              <a:t>23/04/2026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C2A5-7B5A-4453-A712-57BBBD96F4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2082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303FE-065F-42F1-A35C-4E7349556214}" type="datetimeFigureOut">
              <a:rPr lang="en-ID" smtClean="0"/>
              <a:t>23/04/2026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C2A5-7B5A-4453-A712-57BBBD96F4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6604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303FE-065F-42F1-A35C-4E7349556214}" type="datetimeFigureOut">
              <a:rPr lang="en-ID" smtClean="0"/>
              <a:t>23/04/2026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C2A5-7B5A-4453-A712-57BBBD96F4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093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303FE-065F-42F1-A35C-4E7349556214}" type="datetimeFigureOut">
              <a:rPr lang="en-ID" smtClean="0"/>
              <a:t>23/04/2026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C2A5-7B5A-4453-A712-57BBBD96F4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602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303FE-065F-42F1-A35C-4E7349556214}" type="datetimeFigureOut">
              <a:rPr lang="en-ID" smtClean="0"/>
              <a:t>23/04/2026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C2A5-7B5A-4453-A712-57BBBD96F4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38095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303FE-065F-42F1-A35C-4E7349556214}" type="datetimeFigureOut">
              <a:rPr lang="en-ID" smtClean="0"/>
              <a:t>23/04/2026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C2A5-7B5A-4453-A712-57BBBD96F4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52593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303FE-065F-42F1-A35C-4E7349556214}" type="datetimeFigureOut">
              <a:rPr lang="en-ID" smtClean="0"/>
              <a:t>23/04/2026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C2A5-7B5A-4453-A712-57BBBD96F4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2597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303FE-065F-42F1-A35C-4E7349556214}" type="datetimeFigureOut">
              <a:rPr lang="en-ID" smtClean="0"/>
              <a:t>23/04/2026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C2A5-7B5A-4453-A712-57BBBD96F4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33378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303FE-065F-42F1-A35C-4E7349556214}" type="datetimeFigureOut">
              <a:rPr lang="en-ID" smtClean="0"/>
              <a:t>23/04/2026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C2A5-7B5A-4453-A712-57BBBD96F4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0211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303FE-065F-42F1-A35C-4E7349556214}" type="datetimeFigureOut">
              <a:rPr lang="en-ID" smtClean="0"/>
              <a:t>23/04/2026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E5C2A5-7B5A-4453-A712-57BBBD96F4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2098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DF4D7-1DB7-3A90-FD9A-9BD214020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BFBECE-D9B9-EB6A-500C-F19DCDB43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516" y="0"/>
            <a:ext cx="7589191" cy="107269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18E78C-8B8F-F489-AF92-588785984D78}"/>
              </a:ext>
            </a:extLst>
          </p:cNvPr>
          <p:cNvSpPr txBox="1"/>
          <p:nvPr/>
        </p:nvSpPr>
        <p:spPr>
          <a:xfrm>
            <a:off x="229974" y="2501151"/>
            <a:ext cx="307285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Pelaksana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kegiatan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menyampaikan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poster yang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disusun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menarik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, yang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berisi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tentang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28600" indent="-228600" algn="just">
              <a:buAutoNum type="arabicPeriod"/>
            </a:pP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Identitas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kegiatan</a:t>
            </a:r>
            <a:endParaRPr lang="en-ID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 algn="just">
              <a:buAutoNum type="arabicPeriod"/>
            </a:pP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Tujuan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kegiatan</a:t>
            </a:r>
            <a:endParaRPr lang="en-ID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 algn="just">
              <a:buAutoNum type="arabicPeriod"/>
            </a:pP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SDG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Terkait</a:t>
            </a:r>
            <a:endParaRPr lang="en-ID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 algn="just">
              <a:buAutoNum type="arabicPeriod"/>
            </a:pP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Profil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singkat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mitra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jika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28600" indent="-228600" algn="just">
              <a:buAutoNum type="arabicPeriod"/>
            </a:pP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Jumlah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mahasiswa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asing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jika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28600" indent="-228600" algn="just">
              <a:buAutoNum type="arabicPeriod"/>
            </a:pP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Ringkasan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pelaksanaan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kegiatan</a:t>
            </a:r>
            <a:endParaRPr lang="en-ID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 algn="just">
              <a:buAutoNum type="arabicPeriod"/>
            </a:pP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Luaran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manfaat</a:t>
            </a:r>
            <a:r>
              <a:rPr lang="en-ID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latin typeface="Arial" panose="020B0604020202020204" pitchFamily="34" charset="0"/>
                <a:cs typeface="Arial" panose="020B0604020202020204" pitchFamily="34" charset="0"/>
              </a:rPr>
              <a:t>kegiatan</a:t>
            </a:r>
            <a:endParaRPr lang="en-ID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ID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ID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4C745-F93F-4F7B-E66F-E03C1F88FE0D}"/>
              </a:ext>
            </a:extLst>
          </p:cNvPr>
          <p:cNvSpPr txBox="1"/>
          <p:nvPr/>
        </p:nvSpPr>
        <p:spPr>
          <a:xfrm>
            <a:off x="245213" y="2186647"/>
            <a:ext cx="2640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Judul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Highlight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Kegiatan</a:t>
            </a:r>
            <a:endParaRPr lang="en-ID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936FCB-CA1B-36E2-9065-F3CEC63B66AF}"/>
              </a:ext>
            </a:extLst>
          </p:cNvPr>
          <p:cNvSpPr txBox="1"/>
          <p:nvPr/>
        </p:nvSpPr>
        <p:spPr>
          <a:xfrm>
            <a:off x="2766092" y="7287755"/>
            <a:ext cx="24536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800" i="1" dirty="0">
                <a:latin typeface="Arial" panose="020B0604020202020204" pitchFamily="34" charset="0"/>
                <a:cs typeface="Arial" panose="020B0604020202020204" pitchFamily="34" charset="0"/>
              </a:rPr>
              <a:t>Gambar 1. XXX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2A4CE1-CC0A-209A-553F-4D308C479F99}"/>
              </a:ext>
            </a:extLst>
          </p:cNvPr>
          <p:cNvSpPr txBox="1"/>
          <p:nvPr/>
        </p:nvSpPr>
        <p:spPr>
          <a:xfrm>
            <a:off x="5025220" y="3495182"/>
            <a:ext cx="24536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800" i="1" dirty="0">
                <a:latin typeface="Arial" panose="020B0604020202020204" pitchFamily="34" charset="0"/>
                <a:cs typeface="Arial" panose="020B0604020202020204" pitchFamily="34" charset="0"/>
              </a:rPr>
              <a:t>Tabel 1. XX</a:t>
            </a:r>
          </a:p>
        </p:txBody>
      </p:sp>
      <p:pic>
        <p:nvPicPr>
          <p:cNvPr id="19" name="Picture 18" descr="Close up of pages of an open book in a bright studio">
            <a:extLst>
              <a:ext uri="{FF2B5EF4-FFF2-40B4-BE49-F238E27FC236}">
                <a16:creationId xmlns:a16="http://schemas.microsoft.com/office/drawing/2014/main" id="{8A6EBC42-533B-A8D4-D6E2-57B7A22A43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858" y="5668405"/>
            <a:ext cx="2434109" cy="1622739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0B5E2AA-605B-D63B-5EA6-33F3165B14FA}"/>
              </a:ext>
            </a:extLst>
          </p:cNvPr>
          <p:cNvGraphicFramePr>
            <a:graphicFrameLocks noGrp="1"/>
          </p:cNvGraphicFramePr>
          <p:nvPr/>
        </p:nvGraphicFramePr>
        <p:xfrm>
          <a:off x="4906767" y="3733130"/>
          <a:ext cx="251989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979">
                  <a:extLst>
                    <a:ext uri="{9D8B030D-6E8A-4147-A177-3AD203B41FA5}">
                      <a16:colId xmlns:a16="http://schemas.microsoft.com/office/drawing/2014/main" val="2254564604"/>
                    </a:ext>
                  </a:extLst>
                </a:gridCol>
                <a:gridCol w="503979">
                  <a:extLst>
                    <a:ext uri="{9D8B030D-6E8A-4147-A177-3AD203B41FA5}">
                      <a16:colId xmlns:a16="http://schemas.microsoft.com/office/drawing/2014/main" val="4158118445"/>
                    </a:ext>
                  </a:extLst>
                </a:gridCol>
                <a:gridCol w="503979">
                  <a:extLst>
                    <a:ext uri="{9D8B030D-6E8A-4147-A177-3AD203B41FA5}">
                      <a16:colId xmlns:a16="http://schemas.microsoft.com/office/drawing/2014/main" val="492315948"/>
                    </a:ext>
                  </a:extLst>
                </a:gridCol>
                <a:gridCol w="503979">
                  <a:extLst>
                    <a:ext uri="{9D8B030D-6E8A-4147-A177-3AD203B41FA5}">
                      <a16:colId xmlns:a16="http://schemas.microsoft.com/office/drawing/2014/main" val="317923339"/>
                    </a:ext>
                  </a:extLst>
                </a:gridCol>
                <a:gridCol w="503979">
                  <a:extLst>
                    <a:ext uri="{9D8B030D-6E8A-4147-A177-3AD203B41FA5}">
                      <a16:colId xmlns:a16="http://schemas.microsoft.com/office/drawing/2014/main" val="3813078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05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90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475828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878114F6-DBAD-9CDC-85F5-35E6F796C225}"/>
              </a:ext>
            </a:extLst>
          </p:cNvPr>
          <p:cNvSpPr/>
          <p:nvPr/>
        </p:nvSpPr>
        <p:spPr>
          <a:xfrm>
            <a:off x="4927907" y="850415"/>
            <a:ext cx="25166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7720"/>
            <a:r>
              <a:rPr lang="id-ID" sz="2000" b="1" dirty="0">
                <a:solidFill>
                  <a:schemeClr val="bg1"/>
                </a:solidFill>
                <a:latin typeface="Calibri"/>
              </a:rPr>
              <a:t>Judul Program Equity</a:t>
            </a:r>
            <a:endParaRPr lang="en-US" sz="20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660BB9-2DE9-3F8A-88AB-F6CC0BDAA7BF}"/>
              </a:ext>
            </a:extLst>
          </p:cNvPr>
          <p:cNvSpPr/>
          <p:nvPr/>
        </p:nvSpPr>
        <p:spPr>
          <a:xfrm>
            <a:off x="-1199100" y="674156"/>
            <a:ext cx="597442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7720"/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Judul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Kegiatan</a:t>
            </a:r>
            <a:endParaRPr lang="id-ID" sz="3200" b="1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03C76-0E9A-FCD8-8EFB-0FF69E93CF73}"/>
              </a:ext>
            </a:extLst>
          </p:cNvPr>
          <p:cNvSpPr txBox="1"/>
          <p:nvPr/>
        </p:nvSpPr>
        <p:spPr>
          <a:xfrm>
            <a:off x="-600756" y="1194330"/>
            <a:ext cx="47777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Nama 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Pelaksana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Program</a:t>
            </a:r>
            <a:endParaRPr lang="en-ID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7ABD6F-1984-FDAA-D959-3BB721F6FED8}"/>
              </a:ext>
            </a:extLst>
          </p:cNvPr>
          <p:cNvSpPr txBox="1"/>
          <p:nvPr/>
        </p:nvSpPr>
        <p:spPr>
          <a:xfrm>
            <a:off x="201292" y="1471329"/>
            <a:ext cx="322630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1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Nama 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Fakultas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/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Sekolah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atau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Pusat 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atau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Pusat 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Penelitian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  <a:p>
            <a:pPr algn="ctr"/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80547-A577-FE14-5273-03DF8CE8D4B5}"/>
              </a:ext>
            </a:extLst>
          </p:cNvPr>
          <p:cNvSpPr txBox="1"/>
          <p:nvPr/>
        </p:nvSpPr>
        <p:spPr>
          <a:xfrm>
            <a:off x="5315873" y="1451875"/>
            <a:ext cx="1750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Logo SDGs </a:t>
            </a:r>
          </a:p>
        </p:txBody>
      </p:sp>
    </p:spTree>
    <p:extLst>
      <p:ext uri="{BB962C8B-B14F-4D97-AF65-F5344CB8AC3E}">
        <p14:creationId xmlns:p14="http://schemas.microsoft.com/office/powerpoint/2010/main" val="2730045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0ade74b-ede6-4019-8b66-05e0b8978675" xsi:nil="true"/>
    <lcf76f155ced4ddcb4097134ff3c332f xmlns="566a7d73-e9f4-4fce-8688-c5c7b4f2bad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222FAF6978AC4998EB0EAE3DEB5ACA" ma:contentTypeVersion="18" ma:contentTypeDescription="Create a new document." ma:contentTypeScope="" ma:versionID="1f4865aec8277d11093c061e375f10a4">
  <xsd:schema xmlns:xsd="http://www.w3.org/2001/XMLSchema" xmlns:xs="http://www.w3.org/2001/XMLSchema" xmlns:p="http://schemas.microsoft.com/office/2006/metadata/properties" xmlns:ns2="566a7d73-e9f4-4fce-8688-c5c7b4f2badc" xmlns:ns3="c0ade74b-ede6-4019-8b66-05e0b8978675" targetNamespace="http://schemas.microsoft.com/office/2006/metadata/properties" ma:root="true" ma:fieldsID="56bf29854b43b4220c2260fcd1a126fc" ns2:_="" ns3:_="">
    <xsd:import namespace="566a7d73-e9f4-4fce-8688-c5c7b4f2badc"/>
    <xsd:import namespace="c0ade74b-ede6-4019-8b66-05e0b89786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6a7d73-e9f4-4fce-8688-c5c7b4f2ba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8f57f67-4e9a-4485-b8e2-eec27c405d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ade74b-ede6-4019-8b66-05e0b897867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b250d33-ab12-44b2-aa27-f23c03766a4a}" ma:internalName="TaxCatchAll" ma:showField="CatchAllData" ma:web="c0ade74b-ede6-4019-8b66-05e0b89786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09C64E-30BE-4CF2-9040-8F05B6840046}">
  <ds:schemaRefs>
    <ds:schemaRef ds:uri="http://schemas.microsoft.com/office/2006/metadata/properties"/>
    <ds:schemaRef ds:uri="http://schemas.microsoft.com/office/infopath/2007/PartnerControls"/>
    <ds:schemaRef ds:uri="c0ade74b-ede6-4019-8b66-05e0b8978675"/>
    <ds:schemaRef ds:uri="566a7d73-e9f4-4fce-8688-c5c7b4f2badc"/>
  </ds:schemaRefs>
</ds:datastoreItem>
</file>

<file path=customXml/itemProps2.xml><?xml version="1.0" encoding="utf-8"?>
<ds:datastoreItem xmlns:ds="http://schemas.openxmlformats.org/officeDocument/2006/customXml" ds:itemID="{7DD2336B-8EF4-4A57-8B22-7B7A5421EB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6D3DBB-AF37-4B2E-AEDC-851E4906FE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6a7d73-e9f4-4fce-8688-c5c7b4f2badc"/>
    <ds:schemaRef ds:uri="c0ade74b-ede6-4019-8b66-05e0b89786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926</TotalTime>
  <Words>76</Words>
  <Application>Microsoft Office PowerPoint</Application>
  <PresentationFormat>Custom</PresentationFormat>
  <Paragraphs>17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Hasan Asyari</dc:creator>
  <cp:lastModifiedBy>Satuan Penjaminan Mutu ITB</cp:lastModifiedBy>
  <cp:revision>23</cp:revision>
  <dcterms:created xsi:type="dcterms:W3CDTF">2024-11-08T02:39:24Z</dcterms:created>
  <dcterms:modified xsi:type="dcterms:W3CDTF">2026-04-24T04:27:01Z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2024-11-08T02:45:32Z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e6a07fe4-614b-470c-8a8f-023adbf9b49d</vt:lpwstr>
  </property>
  <property fmtid="{D5CDD505-2E9C-101B-9397-08002B2CF9AE}" pid="8" name="MSIP_Label_38b525e5-f3da-4501-8f1e-526b6769fc56_ContentBits">
    <vt:lpwstr>0</vt:lpwstr>
  </property>
  <property fmtid="{D5CDD505-2E9C-101B-9397-08002B2CF9AE}" pid="9" name="ContentTypeId">
    <vt:lpwstr>0x010100F5222FAF6978AC4998EB0EAE3DEB5ACA</vt:lpwstr>
  </property>
</Properties>
</file>